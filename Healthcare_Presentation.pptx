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NFHS-5 India Healthcare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National Family Health Survey 2019–2021 | State-wise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Prepared by: Lavish Pratap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Source: data.gov.in | Department of Health &amp; Family Welfare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143000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01  Project Overview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11430000" cy="7315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02  Data Source — NFHS-5 (2019-21)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43000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03  Female Literacy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11430000" cy="7315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04  Health Insurance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72000"/>
            <a:ext cx="1143000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05  Sanitation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394960"/>
            <a:ext cx="11430000" cy="7315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06  Key Findings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States
Analyzed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Key
Indicators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2019-21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Survey
Period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560320" cy="2011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Data
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7474F"/>
                </a:solidFill>
              </a:rPr>
              <a:t>This study analyzes NFHS-5 data to understand healthcare disparities
across Indian states covering literacy, sanitation, sex ratio and insurance.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Female Literacy — State Analysis</a:t>
            </a:r>
          </a:p>
        </p:txBody>
      </p:sp>
      <p:pic>
        <p:nvPicPr>
          <p:cNvPr id="4" name="Picture 3" descr="chart_lite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Health Insurance Coverage</a:t>
            </a:r>
          </a:p>
        </p:txBody>
      </p:sp>
      <p:pic>
        <p:nvPicPr>
          <p:cNvPr id="4" name="Picture 3" descr="chart_insu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Sanitation Access — Lowest States</a:t>
            </a:r>
          </a:p>
        </p:txBody>
      </p:sp>
      <p:pic>
        <p:nvPicPr>
          <p:cNvPr id="4" name="Picture 3" descr="chart_san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2471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62828"/>
                </a:solidFill>
              </a:rPr>
              <a:t>🔴  Bihar female literacy only 57% — needs urgent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12471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62828"/>
                </a:solidFill>
              </a:rPr>
              <a:t>🔴  Sanitation access in Bihar just 49% — half households uncovered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08960"/>
            <a:ext cx="112471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7F17"/>
                </a:solidFill>
              </a:rPr>
              <a:t>🟡  Health insurance national avg only 41% — huge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12471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7D32"/>
                </a:solidFill>
              </a:rPr>
              <a:t>🟢  Kerala &amp; Lakshadweep lead in female literacy (95%+)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937760"/>
            <a:ext cx="11247120" cy="7772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7D32"/>
                </a:solidFill>
              </a:rPr>
              <a:t>🟢  Goa &amp; Andaman top in sanitation access (87%+)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37160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280160"/>
            <a:ext cx="9875520" cy="7315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3533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74F"/>
                </a:solidFill>
              </a:rPr>
              <a:t>Launch girl education campaigns in Bihar, Rajasthan,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37160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194560"/>
            <a:ext cx="9875520" cy="7315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2677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74F"/>
                </a:solidFill>
              </a:rPr>
              <a:t>Accelerate Swachh Bharat Mission in low-sanitation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1371600" cy="7315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108960"/>
            <a:ext cx="9875520" cy="7315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1821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74F"/>
                </a:solidFill>
              </a:rPr>
              <a:t>Expand Ayushman Bharat PM-JAY coverage nationally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371600" cy="7315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69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4023360"/>
            <a:ext cx="9875520" cy="7315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40965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74F"/>
                </a:solidFill>
              </a:rPr>
              <a:t>Strengthen Beti Bachao Beti Padhao in low sex-ratio states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137160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983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4937760"/>
            <a:ext cx="9875520" cy="7315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50109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74F"/>
                </a:solidFill>
              </a:rPr>
              <a:t>Adopt Kerala healthcare model in lagging states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NFHS-5 Healthcare Analysis | data.gov.in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Lavish Pratap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